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etinsky" userId="a75943b8-0809-43bc-95a8-1784b5373257" providerId="ADAL" clId="{AEE0D662-A4CD-46E0-BC39-5BBAED8C8466}"/>
    <pc:docChg chg="undo custSel modSld addMainMaster delMainMaster">
      <pc:chgData name="Adam Betinsky" userId="a75943b8-0809-43bc-95a8-1784b5373257" providerId="ADAL" clId="{AEE0D662-A4CD-46E0-BC39-5BBAED8C8466}" dt="2026-02-10T02:07:13.449" v="4" actId="26606"/>
      <pc:docMkLst>
        <pc:docMk/>
      </pc:docMkLst>
      <pc:sldChg chg="addSp delSp modSp mod setBg modClrScheme setClrOvrMap chgLayout">
        <pc:chgData name="Adam Betinsky" userId="a75943b8-0809-43bc-95a8-1784b5373257" providerId="ADAL" clId="{AEE0D662-A4CD-46E0-BC39-5BBAED8C8466}" dt="2026-02-10T02:07:13.449" v="4" actId="26606"/>
        <pc:sldMkLst>
          <pc:docMk/>
          <pc:sldMk cId="2159358062" sldId="256"/>
        </pc:sldMkLst>
        <pc:spChg chg="mod">
          <ac:chgData name="Adam Betinsky" userId="a75943b8-0809-43bc-95a8-1784b5373257" providerId="ADAL" clId="{AEE0D662-A4CD-46E0-BC39-5BBAED8C8466}" dt="2026-02-10T02:07:13.449" v="4" actId="26606"/>
          <ac:spMkLst>
            <pc:docMk/>
            <pc:sldMk cId="2159358062" sldId="256"/>
            <ac:spMk id="2" creationId="{8CACF8B6-C7FC-0268-0075-C76097462F36}"/>
          </ac:spMkLst>
        </pc:spChg>
        <pc:spChg chg="mod">
          <ac:chgData name="Adam Betinsky" userId="a75943b8-0809-43bc-95a8-1784b5373257" providerId="ADAL" clId="{AEE0D662-A4CD-46E0-BC39-5BBAED8C8466}" dt="2026-02-10T02:07:13.449" v="4" actId="26606"/>
          <ac:spMkLst>
            <pc:docMk/>
            <pc:sldMk cId="2159358062" sldId="256"/>
            <ac:spMk id="3" creationId="{7695A9CD-9CEC-A1D2-7F05-A55149910B3B}"/>
          </ac:spMkLst>
        </pc:spChg>
        <pc:spChg chg="add del">
          <ac:chgData name="Adam Betinsky" userId="a75943b8-0809-43bc-95a8-1784b5373257" providerId="ADAL" clId="{AEE0D662-A4CD-46E0-BC39-5BBAED8C8466}" dt="2026-02-10T02:07:12.611" v="1" actId="26606"/>
          <ac:spMkLst>
            <pc:docMk/>
            <pc:sldMk cId="2159358062" sldId="256"/>
            <ac:spMk id="9" creationId="{80B98925-0550-1AFB-C1DC-02792400FB71}"/>
          </ac:spMkLst>
        </pc:spChg>
        <pc:spChg chg="add del">
          <ac:chgData name="Adam Betinsky" userId="a75943b8-0809-43bc-95a8-1784b5373257" providerId="ADAL" clId="{AEE0D662-A4CD-46E0-BC39-5BBAED8C8466}" dt="2026-02-10T02:07:12.611" v="1" actId="26606"/>
          <ac:spMkLst>
            <pc:docMk/>
            <pc:sldMk cId="2159358062" sldId="256"/>
            <ac:spMk id="11" creationId="{0CCA9273-E74E-A306-1F74-BEF9EDA30500}"/>
          </ac:spMkLst>
        </pc:spChg>
        <pc:spChg chg="add del">
          <ac:chgData name="Adam Betinsky" userId="a75943b8-0809-43bc-95a8-1784b5373257" providerId="ADAL" clId="{AEE0D662-A4CD-46E0-BC39-5BBAED8C8466}" dt="2026-02-10T02:07:13.426" v="3" actId="26606"/>
          <ac:spMkLst>
            <pc:docMk/>
            <pc:sldMk cId="2159358062" sldId="256"/>
            <ac:spMk id="14" creationId="{19F9BF86-FE94-4517-B97D-026C7515E589}"/>
          </ac:spMkLst>
        </pc:spChg>
        <pc:spChg chg="add del">
          <ac:chgData name="Adam Betinsky" userId="a75943b8-0809-43bc-95a8-1784b5373257" providerId="ADAL" clId="{AEE0D662-A4CD-46E0-BC39-5BBAED8C8466}" dt="2026-02-10T02:07:13.426" v="3" actId="26606"/>
          <ac:spMkLst>
            <pc:docMk/>
            <pc:sldMk cId="2159358062" sldId="256"/>
            <ac:spMk id="16" creationId="{36136311-C81B-47C5-AE0A-5641A5A59520}"/>
          </ac:spMkLst>
        </pc:spChg>
        <pc:spChg chg="add">
          <ac:chgData name="Adam Betinsky" userId="a75943b8-0809-43bc-95a8-1784b5373257" providerId="ADAL" clId="{AEE0D662-A4CD-46E0-BC39-5BBAED8C8466}" dt="2026-02-10T02:07:13.449" v="4" actId="26606"/>
          <ac:spMkLst>
            <pc:docMk/>
            <pc:sldMk cId="2159358062" sldId="256"/>
            <ac:spMk id="18" creationId="{33E93247-6229-44AB-A550-739E971E690B}"/>
          </ac:spMkLst>
        </pc:spChg>
        <pc:spChg chg="add">
          <ac:chgData name="Adam Betinsky" userId="a75943b8-0809-43bc-95a8-1784b5373257" providerId="ADAL" clId="{AEE0D662-A4CD-46E0-BC39-5BBAED8C8466}" dt="2026-02-10T02:07:13.449" v="4" actId="26606"/>
          <ac:spMkLst>
            <pc:docMk/>
            <pc:sldMk cId="2159358062" sldId="256"/>
            <ac:spMk id="20" creationId="{AAB476BF-4EE2-5243-CABB-6CC72C39BF52}"/>
          </ac:spMkLst>
        </pc:spChg>
        <pc:spChg chg="add">
          <ac:chgData name="Adam Betinsky" userId="a75943b8-0809-43bc-95a8-1784b5373257" providerId="ADAL" clId="{AEE0D662-A4CD-46E0-BC39-5BBAED8C8466}" dt="2026-02-10T02:07:13.449" v="4" actId="26606"/>
          <ac:spMkLst>
            <pc:docMk/>
            <pc:sldMk cId="2159358062" sldId="256"/>
            <ac:spMk id="21" creationId="{20D28EA4-6F96-F7C6-1D07-5BA5C27387EC}"/>
          </ac:spMkLst>
        </pc:spChg>
        <pc:spChg chg="add">
          <ac:chgData name="Adam Betinsky" userId="a75943b8-0809-43bc-95a8-1784b5373257" providerId="ADAL" clId="{AEE0D662-A4CD-46E0-BC39-5BBAED8C8466}" dt="2026-02-10T02:07:13.449" v="4" actId="26606"/>
          <ac:spMkLst>
            <pc:docMk/>
            <pc:sldMk cId="2159358062" sldId="256"/>
            <ac:spMk id="22" creationId="{FDFF93C5-0576-D227-80A7-4CFBA8791AE4}"/>
          </ac:spMkLst>
        </pc:spChg>
        <pc:picChg chg="add del">
          <ac:chgData name="Adam Betinsky" userId="a75943b8-0809-43bc-95a8-1784b5373257" providerId="ADAL" clId="{AEE0D662-A4CD-46E0-BC39-5BBAED8C8466}" dt="2026-02-10T02:07:12.611" v="1" actId="26606"/>
          <ac:picMkLst>
            <pc:docMk/>
            <pc:sldMk cId="2159358062" sldId="256"/>
            <ac:picMk id="4" creationId="{EE700CA9-AA4B-A31A-982C-CD12EEE5984B}"/>
          </ac:picMkLst>
        </pc:picChg>
        <pc:picChg chg="add del">
          <ac:chgData name="Adam Betinsky" userId="a75943b8-0809-43bc-95a8-1784b5373257" providerId="ADAL" clId="{AEE0D662-A4CD-46E0-BC39-5BBAED8C8466}" dt="2026-02-10T02:07:13.426" v="3" actId="26606"/>
          <ac:picMkLst>
            <pc:docMk/>
            <pc:sldMk cId="2159358062" sldId="256"/>
            <ac:picMk id="15" creationId="{3C09CC99-32DE-3BD0-ED2B-A25BD5D81BED}"/>
          </ac:picMkLst>
        </pc:picChg>
        <pc:picChg chg="add">
          <ac:chgData name="Adam Betinsky" userId="a75943b8-0809-43bc-95a8-1784b5373257" providerId="ADAL" clId="{AEE0D662-A4CD-46E0-BC39-5BBAED8C8466}" dt="2026-02-10T02:07:13.449" v="4" actId="26606"/>
          <ac:picMkLst>
            <pc:docMk/>
            <pc:sldMk cId="2159358062" sldId="256"/>
            <ac:picMk id="19" creationId="{1E97DAE7-42C9-81FC-6E6C-DDD7A7B9DA44}"/>
          </ac:picMkLst>
        </pc:picChg>
        <pc:cxnChg chg="add del">
          <ac:chgData name="Adam Betinsky" userId="a75943b8-0809-43bc-95a8-1784b5373257" providerId="ADAL" clId="{AEE0D662-A4CD-46E0-BC39-5BBAED8C8466}" dt="2026-02-10T02:07:13.426" v="3" actId="26606"/>
          <ac:cxnSpMkLst>
            <pc:docMk/>
            <pc:sldMk cId="2159358062" sldId="256"/>
            <ac:cxnSpMk id="13" creationId="{7CC73A33-65FF-41A9-A3B0-006753CD1028}"/>
          </ac:cxnSpMkLst>
        </pc:cxnChg>
      </pc:sldChg>
      <pc:sldMasterChg chg="add del addSldLayout delSldLayout">
        <pc:chgData name="Adam Betinsky" userId="a75943b8-0809-43bc-95a8-1784b5373257" providerId="ADAL" clId="{AEE0D662-A4CD-46E0-BC39-5BBAED8C8466}" dt="2026-02-10T02:07:13.449" v="4" actId="26606"/>
        <pc:sldMasterMkLst>
          <pc:docMk/>
          <pc:sldMasterMk cId="1198172450" sldId="2147483648"/>
        </pc:sldMasterMkLst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2548449298" sldId="2147483649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1907083168" sldId="2147483650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3319124365" sldId="2147483651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72355318" sldId="2147483652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2860391920" sldId="2147483653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3939621624" sldId="2147483654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456031154" sldId="2147483655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772716603" sldId="2147483656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2084429172" sldId="2147483657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2968981007" sldId="2147483658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1198172450" sldId="2147483648"/>
            <pc:sldLayoutMk cId="921142327" sldId="2147483659"/>
          </pc:sldLayoutMkLst>
        </pc:sldLayoutChg>
      </pc:sldMasterChg>
      <pc:sldMasterChg chg="add replId addSldLayout">
        <pc:chgData name="Adam Betinsky" userId="a75943b8-0809-43bc-95a8-1784b5373257" providerId="ADAL" clId="{AEE0D662-A4CD-46E0-BC39-5BBAED8C8466}" dt="2026-02-10T02:07:13.449" v="4" actId="26606"/>
        <pc:sldMasterMkLst>
          <pc:docMk/>
          <pc:sldMasterMk cId="3253160262" sldId="2147483660"/>
        </pc:sldMasterMkLst>
        <pc:sldLayoutChg chg="ad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3785771019" sldId="2147483661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597289875" sldId="2147483662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3006100801" sldId="2147483663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1376143262" sldId="2147483664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3622894356" sldId="2147483665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1469393009" sldId="2147483666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3321258108" sldId="2147483667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1925707497" sldId="2147483668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766606527" sldId="2147483669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2079269303" sldId="2147483670"/>
          </pc:sldLayoutMkLst>
        </pc:sldLayoutChg>
        <pc:sldLayoutChg chg="add replId">
          <pc:chgData name="Adam Betinsky" userId="a75943b8-0809-43bc-95a8-1784b5373257" providerId="ADAL" clId="{AEE0D662-A4CD-46E0-BC39-5BBAED8C8466}" dt="2026-02-10T02:07:13.449" v="4" actId="26606"/>
          <pc:sldLayoutMkLst>
            <pc:docMk/>
            <pc:sldMasterMk cId="3253160262" sldId="2147483660"/>
            <pc:sldLayoutMk cId="472907875" sldId="2147483671"/>
          </pc:sldLayoutMkLst>
        </pc:sldLayoutChg>
      </pc:sldMasterChg>
      <pc:sldMasterChg chg="add del addSldLayout delSldLayout">
        <pc:chgData name="Adam Betinsky" userId="a75943b8-0809-43bc-95a8-1784b5373257" providerId="ADAL" clId="{AEE0D662-A4CD-46E0-BC39-5BBAED8C8466}" dt="2026-02-10T02:07:13.426" v="3" actId="26606"/>
        <pc:sldMasterMkLst>
          <pc:docMk/>
          <pc:sldMasterMk cId="2559461589" sldId="2147483673"/>
        </pc:sldMasterMkLst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1709295664" sldId="2147483662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4147135888" sldId="2147483663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4026381463" sldId="2147483664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3515375474" sldId="2147483665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761318238" sldId="2147483666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564505376" sldId="2147483667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2092204085" sldId="2147483668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3763712195" sldId="2147483669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1292250611" sldId="2147483670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3467997857" sldId="2147483671"/>
          </pc:sldLayoutMkLst>
        </pc:sldLayoutChg>
        <pc:sldLayoutChg chg="add del">
          <pc:chgData name="Adam Betinsky" userId="a75943b8-0809-43bc-95a8-1784b5373257" providerId="ADAL" clId="{AEE0D662-A4CD-46E0-BC39-5BBAED8C8466}" dt="2026-02-10T02:07:13.426" v="3" actId="26606"/>
          <pc:sldLayoutMkLst>
            <pc:docMk/>
            <pc:sldMasterMk cId="2559461589" sldId="2147483673"/>
            <pc:sldLayoutMk cId="1147847940" sldId="2147483672"/>
          </pc:sldLayoutMkLst>
        </pc:sldLayoutChg>
      </pc:sldMasterChg>
      <pc:sldMasterChg chg="add del addSldLayout delSldLayout">
        <pc:chgData name="Adam Betinsky" userId="a75943b8-0809-43bc-95a8-1784b5373257" providerId="ADAL" clId="{AEE0D662-A4CD-46E0-BC39-5BBAED8C8466}" dt="2026-02-10T02:07:12.611" v="1" actId="26606"/>
        <pc:sldMasterMkLst>
          <pc:docMk/>
          <pc:sldMasterMk cId="2562431674" sldId="2147483686"/>
        </pc:sldMasterMkLst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3088194399" sldId="2147483675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1023624878" sldId="2147483676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1303558169" sldId="2147483677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3434625205" sldId="2147483678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3490880709" sldId="2147483679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1892410240" sldId="2147483680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2571496245" sldId="2147483681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1915388487" sldId="2147483682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2539228186" sldId="2147483683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328616066" sldId="2147483684"/>
          </pc:sldLayoutMkLst>
        </pc:sldLayoutChg>
        <pc:sldLayoutChg chg="add del">
          <pc:chgData name="Adam Betinsky" userId="a75943b8-0809-43bc-95a8-1784b5373257" providerId="ADAL" clId="{AEE0D662-A4CD-46E0-BC39-5BBAED8C8466}" dt="2026-02-10T02:07:12.611" v="1" actId="26606"/>
          <pc:sldLayoutMkLst>
            <pc:docMk/>
            <pc:sldMasterMk cId="2562431674" sldId="2147483686"/>
            <pc:sldLayoutMk cId="3107416997" sldId="214748368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0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6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0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58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93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9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4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00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8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7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6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9" name="Picture 18" descr="An abstract burst of blue and pink">
            <a:extLst>
              <a:ext uri="{FF2B5EF4-FFF2-40B4-BE49-F238E27FC236}">
                <a16:creationId xmlns:a16="http://schemas.microsoft.com/office/drawing/2014/main" id="{1E97DAE7-42C9-81FC-6E6C-DDD7A7B9D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ACF8B6-C7FC-0268-0075-C76097462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endParaRPr lang="en-US" sz="6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5A9CD-9CEC-A1D2-7F05-A55149910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358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Bierstadt</vt:lpstr>
      <vt:lpstr>Neue Haas Grotesk Text Pro</vt:lpstr>
      <vt:lpstr>GestaltVTI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Betinsky</dc:creator>
  <cp:lastModifiedBy>Adam Betinsky</cp:lastModifiedBy>
  <cp:revision>1</cp:revision>
  <dcterms:created xsi:type="dcterms:W3CDTF">2026-02-10T01:54:55Z</dcterms:created>
  <dcterms:modified xsi:type="dcterms:W3CDTF">2026-02-10T02:09:12Z</dcterms:modified>
</cp:coreProperties>
</file>